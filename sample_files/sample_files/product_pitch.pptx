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Product Pitch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dashboard for every regional sales team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data lives in 5 different spreadsheets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reports take 3 days to prepare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managers cannot compare performance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and the ask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with revenue, units and trends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generated in minutes, not days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requested: INR 48 lakh, launch on 14 March 2026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2026-10-25T12:57:04Z</dcterms:created>
  <dcterms:modified xsi:type="dcterms:W3CDTF">2026-10-25T12:57:04Z</dcterms:modified>
</cp:coreProperties>
</file>